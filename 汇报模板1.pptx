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5" r:id="rId4"/>
  </p:sldMasterIdLst>
  <p:notesMasterIdLst>
    <p:notesMasterId r:id="rId6"/>
  </p:notesMasterIdLst>
  <p:sldIdLst>
    <p:sldId id="257" r:id="rId5"/>
    <p:sldId id="282" r:id="rId7"/>
    <p:sldId id="278" r:id="rId8"/>
    <p:sldId id="277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E sissy" initials="Js" lastIdx="1" clrIdx="0"/>
  <p:cmAuthor id="2" name="作者" initials="A" lastIdx="0" clrIdx="1"/>
  <p:cmAuthor id="3" name="liangjinyi" initials="l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0033CC"/>
    <a:srgbClr val="FFFFCC"/>
    <a:srgbClr val="2094CE"/>
    <a:srgbClr val="CACACA"/>
    <a:srgbClr val="FFFFFF"/>
    <a:srgbClr val="A6A6A6"/>
    <a:srgbClr val="4E80BC"/>
    <a:srgbClr val="1646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785" autoAdjust="0"/>
  </p:normalViewPr>
  <p:slideViewPr>
    <p:cSldViewPr snapToGrid="0">
      <p:cViewPr varScale="1">
        <p:scale>
          <a:sx n="113" d="100"/>
          <a:sy n="113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6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图像占位符 2"/>
          <p:cNvSpPr>
            <a:spLocks noGrp="1" noRot="1" noChangeAspect="1"/>
          </p:cNvSpPr>
          <p:nvPr>
            <p:ph type="sldImg"/>
          </p:nvPr>
        </p:nvSpPr>
        <p:spPr>
          <a:xfrm>
            <a:off x="1289050" y="146050"/>
            <a:ext cx="7440613" cy="4186238"/>
          </a:xfrm>
        </p:spPr>
      </p:sp>
      <p:sp>
        <p:nvSpPr>
          <p:cNvPr id="4" name="备注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幻灯片图像占位符 2"/>
          <p:cNvSpPr>
            <a:spLocks noGrp="1" noRot="1" noChangeAspect="1"/>
          </p:cNvSpPr>
          <p:nvPr>
            <p:ph type="sldImg"/>
          </p:nvPr>
        </p:nvSpPr>
        <p:spPr>
          <a:xfrm>
            <a:off x="1289050" y="146050"/>
            <a:ext cx="7440613" cy="4186238"/>
          </a:xfrm>
        </p:spPr>
      </p:sp>
      <p:sp>
        <p:nvSpPr>
          <p:cNvPr id="4" name="备注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  <a:sym typeface="+mn-lt"/>
              </a:rPr>
              <a:t>Notes view: </a:t>
            </a:r>
            <a:fld id="{128CEAFE-FA94-43E5-B0FF-D47E1CCDD1B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E6F73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  <a:sym typeface="+mn-lt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6E6F73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  <a:sym typeface="+mn-lt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tags" Target="../tags/tag2.xml"/><Relationship Id="rId4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tags" Target="../tags/tag4.xml"/><Relationship Id="rId4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 userDrawn="1"/>
        </p:nvGrpSpPr>
        <p:grpSpPr>
          <a:xfrm>
            <a:off x="186267" y="139857"/>
            <a:ext cx="1761067" cy="270477"/>
            <a:chOff x="118534" y="114457"/>
            <a:chExt cx="2832100" cy="434975"/>
          </a:xfrm>
        </p:grpSpPr>
        <p:pic>
          <p:nvPicPr>
            <p:cNvPr id="3" name="Picture 1"/>
            <p:cNvPicPr>
              <a:picLocks noChangeAspect="1" noChangeArrowheads="1"/>
            </p:cNvPicPr>
            <p:nvPr userDrawn="1"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118534" y="114457"/>
              <a:ext cx="1062567" cy="434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" name="Picture 2"/>
            <p:cNvPicPr>
              <a:picLocks noChangeAspect="1" noChangeArrowheads="1"/>
            </p:cNvPicPr>
            <p:nvPr userDrawn="1"/>
          </p:nvPicPr>
          <p:blipFill>
            <a:blip r:embed="rId4" cstate="screen"/>
            <a:srcRect/>
            <a:stretch>
              <a:fillRect/>
            </a:stretch>
          </p:blipFill>
          <p:spPr bwMode="auto">
            <a:xfrm>
              <a:off x="1126067" y="187481"/>
              <a:ext cx="1824567" cy="36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" name="think-cell Slide" r:id="rId3" imgW="8890" imgH="8890" progId="TCLayout.ActiveDocument.1">
                  <p:embed/>
                </p:oleObj>
              </mc:Choice>
              <mc:Fallback>
                <p:oleObj name="think-cell Slide" r:id="rId3" imgW="8890" imgH="8890" progId="TCLayout.ActiveDocument.1">
                  <p:embed/>
                  <p:pic>
                    <p:nvPicPr>
                      <p:cNvPr id="0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" hidden="1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/>
            <a:endParaRPr kumimoji="1" lang="en-US" sz="4000" b="1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grpSp>
        <p:nvGrpSpPr>
          <p:cNvPr id="7" name="组合 6"/>
          <p:cNvGrpSpPr>
            <a:grpSpLocks noChangeAspect="1"/>
          </p:cNvGrpSpPr>
          <p:nvPr userDrawn="1"/>
        </p:nvGrpSpPr>
        <p:grpSpPr>
          <a:xfrm>
            <a:off x="186267" y="139857"/>
            <a:ext cx="1761067" cy="270477"/>
            <a:chOff x="118534" y="114457"/>
            <a:chExt cx="2832100" cy="434975"/>
          </a:xfrm>
        </p:grpSpPr>
        <p:pic>
          <p:nvPicPr>
            <p:cNvPr id="11" name="Picture 1"/>
            <p:cNvPicPr>
              <a:picLocks noChangeAspect="1" noChangeArrowheads="1"/>
            </p:cNvPicPr>
            <p:nvPr userDrawn="1"/>
          </p:nvPicPr>
          <p:blipFill>
            <a:blip r:embed="rId6" cstate="screen"/>
            <a:srcRect/>
            <a:stretch>
              <a:fillRect/>
            </a:stretch>
          </p:blipFill>
          <p:spPr bwMode="auto">
            <a:xfrm>
              <a:off x="118534" y="114457"/>
              <a:ext cx="1062567" cy="434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2"/>
            <p:cNvPicPr>
              <a:picLocks noChangeAspect="1" noChangeArrowheads="1"/>
            </p:cNvPicPr>
            <p:nvPr userDrawn="1"/>
          </p:nvPicPr>
          <p:blipFill>
            <a:blip r:embed="rId7" cstate="screen"/>
            <a:srcRect/>
            <a:stretch>
              <a:fillRect/>
            </a:stretch>
          </p:blipFill>
          <p:spPr bwMode="auto">
            <a:xfrm>
              <a:off x="1126067" y="187481"/>
              <a:ext cx="1824567" cy="36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1" name="think-cell Slide" r:id="rId3" imgW="8890" imgH="8890" progId="TCLayout.ActiveDocument.1">
                  <p:embed/>
                </p:oleObj>
              </mc:Choice>
              <mc:Fallback>
                <p:oleObj name="think-cell Slide" r:id="rId3" imgW="8890" imgH="8890" progId="TCLayout.ActiveDocument.1">
                  <p:embed/>
                  <p:pic>
                    <p:nvPicPr>
                      <p:cNvPr id="0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" hidden="1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/>
            <a:endParaRPr kumimoji="1" lang="en-US" sz="4000" b="1" i="0" baseline="0">
              <a:solidFill>
                <a:srgbClr val="FFFFFF"/>
              </a:solidFill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grpSp>
        <p:nvGrpSpPr>
          <p:cNvPr id="7" name="组合 6"/>
          <p:cNvGrpSpPr>
            <a:grpSpLocks noChangeAspect="1"/>
          </p:cNvGrpSpPr>
          <p:nvPr userDrawn="1"/>
        </p:nvGrpSpPr>
        <p:grpSpPr>
          <a:xfrm>
            <a:off x="186267" y="139857"/>
            <a:ext cx="1761067" cy="270477"/>
            <a:chOff x="118534" y="114457"/>
            <a:chExt cx="2832100" cy="434975"/>
          </a:xfrm>
        </p:grpSpPr>
        <p:pic>
          <p:nvPicPr>
            <p:cNvPr id="11" name="Picture 1"/>
            <p:cNvPicPr>
              <a:picLocks noChangeAspect="1" noChangeArrowheads="1"/>
            </p:cNvPicPr>
            <p:nvPr userDrawn="1"/>
          </p:nvPicPr>
          <p:blipFill>
            <a:blip r:embed="rId6" cstate="screen"/>
            <a:srcRect/>
            <a:stretch>
              <a:fillRect/>
            </a:stretch>
          </p:blipFill>
          <p:spPr bwMode="auto">
            <a:xfrm>
              <a:off x="118534" y="114457"/>
              <a:ext cx="1062567" cy="434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2"/>
            <p:cNvPicPr>
              <a:picLocks noChangeAspect="1" noChangeArrowheads="1"/>
            </p:cNvPicPr>
            <p:nvPr userDrawn="1"/>
          </p:nvPicPr>
          <p:blipFill>
            <a:blip r:embed="rId7" cstate="screen"/>
            <a:srcRect/>
            <a:stretch>
              <a:fillRect/>
            </a:stretch>
          </p:blipFill>
          <p:spPr bwMode="auto">
            <a:xfrm>
              <a:off x="1126067" y="187481"/>
              <a:ext cx="1824567" cy="36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62068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C00000"/>
                </a:gs>
                <a:gs pos="94000">
                  <a:srgbClr val="C00000"/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 userDrawn="1"/>
        </p:nvSpPr>
        <p:spPr>
          <a:xfrm>
            <a:off x="0" y="44624"/>
            <a:ext cx="191344" cy="5040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矩形 4"/>
          <p:cNvSpPr/>
          <p:nvPr userDrawn="1"/>
        </p:nvSpPr>
        <p:spPr>
          <a:xfrm>
            <a:off x="259245" y="44624"/>
            <a:ext cx="76119" cy="5040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6" name="Picture 2"/>
          <p:cNvPicPr>
            <a:picLocks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425109" y="181217"/>
            <a:ext cx="1406579" cy="289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0" y="620688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C00000"/>
                </a:gs>
                <a:gs pos="94000">
                  <a:srgbClr val="C00000"/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0" y="44624"/>
            <a:ext cx="191344" cy="5040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矩形 8"/>
          <p:cNvSpPr/>
          <p:nvPr userDrawn="1"/>
        </p:nvSpPr>
        <p:spPr>
          <a:xfrm>
            <a:off x="259245" y="44624"/>
            <a:ext cx="76119" cy="5040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0" name="Picture 2"/>
          <p:cNvPicPr>
            <a:picLocks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425109" y="181217"/>
            <a:ext cx="1406579" cy="289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3" y="3039201"/>
            <a:ext cx="4044559" cy="380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rrowheads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10425109" y="181217"/>
            <a:ext cx="1406579" cy="289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vmlDrawing" Target="../drawings/vmlDrawing3.vml"/><Relationship Id="rId7" Type="http://schemas.openxmlformats.org/officeDocument/2006/relationships/image" Target="../media/image6.emf"/><Relationship Id="rId6" Type="http://schemas.openxmlformats.org/officeDocument/2006/relationships/oleObject" Target="../embeddings/oleObject3.bin"/><Relationship Id="rId5" Type="http://schemas.openxmlformats.org/officeDocument/2006/relationships/tags" Target="../tags/tag5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/>
          <p:cNvPicPr>
            <a:picLocks noChangeArrowheads="1"/>
          </p:cNvPicPr>
          <p:nvPr userDrawn="1"/>
        </p:nvPicPr>
        <p:blipFill>
          <a:blip r:embed="rId12" cstate="email"/>
          <a:srcRect/>
          <a:stretch>
            <a:fillRect/>
          </a:stretch>
        </p:blipFill>
        <p:spPr bwMode="auto">
          <a:xfrm>
            <a:off x="10425109" y="181217"/>
            <a:ext cx="1406579" cy="289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" name="think-cell Slide" r:id="rId6" imgW="12700" imgH="12700" progId="TCLayout.ActiveDocument.1">
                  <p:embed/>
                </p:oleObj>
              </mc:Choice>
              <mc:Fallback>
                <p:oleObj name="think-cell Slide" r:id="rId6" imgW="12700" imgH="12700" progId="TCLayout.ActiveDocument.1">
                  <p:embed/>
                  <p:pic>
                    <p:nvPicPr>
                      <p:cNvPr id="0" name="Objec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30000" y="622800"/>
            <a:ext cx="1093335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30000" y="1825625"/>
            <a:ext cx="1093335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5"/>
            <a:r>
              <a:rPr lang="en-US" dirty="0"/>
              <a:t>Level six</a:t>
            </a:r>
            <a:endParaRPr lang="en-US" dirty="0"/>
          </a:p>
          <a:p>
            <a:pPr lvl="6"/>
            <a:r>
              <a:rPr lang="en-US" dirty="0"/>
              <a:t>Level seven</a:t>
            </a:r>
            <a:endParaRPr lang="en-US" dirty="0"/>
          </a:p>
          <a:p>
            <a:pPr lvl="7"/>
            <a:r>
              <a:rPr lang="en-US" dirty="0"/>
              <a:t>Level eight</a:t>
            </a:r>
            <a:endParaRPr lang="en-US" dirty="0"/>
          </a:p>
          <a:p>
            <a:pPr lvl="8"/>
            <a:r>
              <a:rPr lang="en-US" dirty="0"/>
              <a:t>Level nine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84480" indent="-17272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511175" indent="-165735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Trebuchet MS" panose="020B0603020202020204" pitchFamily="34" charset="0"/>
        <a:buChar char="–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​"/>
        <a:defRPr lang="en-US" sz="1600" kern="1200">
          <a:solidFill>
            <a:schemeClr val="tx2"/>
          </a:solidFill>
          <a:latin typeface="+mn-lt"/>
          <a:ea typeface="+mn-ea"/>
          <a:cs typeface="+mn-cs"/>
          <a:sym typeface="+mn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Font typeface="Arial" panose="020B0604020202020204" pitchFamily="34" charset="0"/>
        <a:buChar char="​"/>
        <a:defRPr lang="en-US" sz="1600" b="1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Char char="​"/>
        <a:defRPr lang="en-US" sz="4400" kern="1200" baseline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​"/>
        <a:defRPr lang="en-US" sz="5400" kern="1200" baseline="0" smtClean="0">
          <a:solidFill>
            <a:schemeClr val="tx2"/>
          </a:solidFill>
          <a:latin typeface="+mn-lt"/>
          <a:ea typeface="+mn-ea"/>
          <a:cs typeface="+mn-cs"/>
          <a:sym typeface="+mn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2400" kern="1200" baseline="0" dirty="0">
          <a:solidFill>
            <a:schemeClr val="tx2"/>
          </a:solidFill>
          <a:latin typeface="+mn-lt"/>
          <a:ea typeface="+mn-ea"/>
          <a:cs typeface="+mn-cs"/>
          <a:sym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71"/>
          </a:xfrm>
          <a:prstGeom prst="rect">
            <a:avLst/>
          </a:prstGeom>
          <a:ln w="12700">
            <a:miter lim="400000"/>
          </a:ln>
        </p:spPr>
        <p:txBody>
          <a:bodyPr lIns="34289" tIns="34289" rIns="34289" bIns="3428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45"/>
          </a:xfrm>
          <a:prstGeom prst="rect">
            <a:avLst/>
          </a:prstGeom>
          <a:ln w="12700">
            <a:miter lim="400000"/>
          </a:ln>
        </p:spPr>
        <p:txBody>
          <a:bodyPr lIns="34289" tIns="34289" rIns="34289" bIns="3428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97008" y="6411959"/>
            <a:ext cx="256799" cy="253914"/>
          </a:xfrm>
          <a:prstGeom prst="rect">
            <a:avLst/>
          </a:prstGeom>
          <a:ln w="12700">
            <a:miter lim="400000"/>
          </a:ln>
        </p:spPr>
        <p:txBody>
          <a:bodyPr wrap="none" lIns="34289" tIns="34289" rIns="34289" bIns="34289" anchor="ctr">
            <a:spAutoFit/>
          </a:bodyPr>
          <a:lstStyle>
            <a:lvl1pPr algn="r" defTabSz="914400">
              <a:defRPr sz="1200">
                <a:solidFill>
                  <a:srgbClr val="88888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65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65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65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65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65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65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65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65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65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9pPr>
    </p:titleStyle>
    <p:bodyStyle>
      <a:lvl1pPr marL="217805" marR="0" indent="-217805" algn="l" defTabSz="914400" rtl="0" latinLnBrk="0">
        <a:lnSpc>
          <a:spcPct val="90000"/>
        </a:lnSpc>
        <a:spcBef>
          <a:spcPts val="935"/>
        </a:spcBef>
        <a:spcAft>
          <a:spcPts val="0"/>
        </a:spcAft>
        <a:buClrTx/>
        <a:buSzPct val="100000"/>
        <a:buFont typeface="Arial" panose="020B0604020202020204"/>
        <a:buChar char="•"/>
        <a:defRPr sz="2665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1pPr>
      <a:lvl2pPr marL="863600" marR="0" indent="-254000" algn="l" defTabSz="914400" rtl="0" latinLnBrk="0">
        <a:lnSpc>
          <a:spcPct val="90000"/>
        </a:lnSpc>
        <a:spcBef>
          <a:spcPts val="935"/>
        </a:spcBef>
        <a:spcAft>
          <a:spcPts val="0"/>
        </a:spcAft>
        <a:buClrTx/>
        <a:buSzPct val="100000"/>
        <a:buFont typeface="Arial" panose="020B0604020202020204"/>
        <a:buChar char="•"/>
        <a:defRPr sz="2665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2pPr>
      <a:lvl3pPr marL="1524000" marR="0" indent="-304800" algn="l" defTabSz="914400" rtl="0" latinLnBrk="0">
        <a:lnSpc>
          <a:spcPct val="90000"/>
        </a:lnSpc>
        <a:spcBef>
          <a:spcPts val="935"/>
        </a:spcBef>
        <a:spcAft>
          <a:spcPts val="0"/>
        </a:spcAft>
        <a:buClrTx/>
        <a:buSzPct val="100000"/>
        <a:buFont typeface="Arial" panose="020B0604020202020204"/>
        <a:buChar char="•"/>
        <a:defRPr sz="2665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3pPr>
      <a:lvl4pPr marL="2167255" marR="0" indent="-338455" algn="l" defTabSz="914400" rtl="0" latinLnBrk="0">
        <a:lnSpc>
          <a:spcPct val="90000"/>
        </a:lnSpc>
        <a:spcBef>
          <a:spcPts val="935"/>
        </a:spcBef>
        <a:spcAft>
          <a:spcPts val="0"/>
        </a:spcAft>
        <a:buClrTx/>
        <a:buSzPct val="100000"/>
        <a:buFont typeface="Arial" panose="020B0604020202020204"/>
        <a:buChar char="•"/>
        <a:defRPr sz="2665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4pPr>
      <a:lvl5pPr marL="2776855" marR="0" indent="-338455" algn="l" defTabSz="914400" rtl="0" latinLnBrk="0">
        <a:lnSpc>
          <a:spcPct val="90000"/>
        </a:lnSpc>
        <a:spcBef>
          <a:spcPts val="935"/>
        </a:spcBef>
        <a:spcAft>
          <a:spcPts val="0"/>
        </a:spcAft>
        <a:buClrTx/>
        <a:buSzPct val="100000"/>
        <a:buFont typeface="Arial" panose="020B0604020202020204"/>
        <a:buChar char="•"/>
        <a:defRPr sz="2665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5pPr>
      <a:lvl6pPr marL="2638425" marR="0" indent="-351790" algn="l" defTabSz="914400" rtl="0" latinLnBrk="0">
        <a:lnSpc>
          <a:spcPct val="90000"/>
        </a:lnSpc>
        <a:spcBef>
          <a:spcPts val="935"/>
        </a:spcBef>
        <a:spcAft>
          <a:spcPts val="0"/>
        </a:spcAft>
        <a:buClrTx/>
        <a:buSzPct val="100000"/>
        <a:buFont typeface="Arial" panose="020B0604020202020204"/>
        <a:buChar char="•"/>
        <a:defRPr sz="2665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6pPr>
      <a:lvl7pPr marL="3095625" marR="0" indent="-351790" algn="l" defTabSz="914400" rtl="0" latinLnBrk="0">
        <a:lnSpc>
          <a:spcPct val="90000"/>
        </a:lnSpc>
        <a:spcBef>
          <a:spcPts val="935"/>
        </a:spcBef>
        <a:spcAft>
          <a:spcPts val="0"/>
        </a:spcAft>
        <a:buClrTx/>
        <a:buSzPct val="100000"/>
        <a:buFont typeface="Arial" panose="020B0604020202020204"/>
        <a:buChar char="•"/>
        <a:defRPr sz="2665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7pPr>
      <a:lvl8pPr marL="3552825" marR="0" indent="-351790" algn="l" defTabSz="914400" rtl="0" latinLnBrk="0">
        <a:lnSpc>
          <a:spcPct val="90000"/>
        </a:lnSpc>
        <a:spcBef>
          <a:spcPts val="935"/>
        </a:spcBef>
        <a:spcAft>
          <a:spcPts val="0"/>
        </a:spcAft>
        <a:buClrTx/>
        <a:buSzPct val="100000"/>
        <a:buFont typeface="Arial" panose="020B0604020202020204"/>
        <a:buChar char="•"/>
        <a:defRPr sz="2665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8pPr>
      <a:lvl9pPr marL="4010025" marR="0" indent="-351790" algn="l" defTabSz="914400" rtl="0" latinLnBrk="0">
        <a:lnSpc>
          <a:spcPct val="90000"/>
        </a:lnSpc>
        <a:spcBef>
          <a:spcPts val="935"/>
        </a:spcBef>
        <a:spcAft>
          <a:spcPts val="0"/>
        </a:spcAft>
        <a:buClrTx/>
        <a:buSzPct val="100000"/>
        <a:buFont typeface="Arial" panose="020B0604020202020204"/>
        <a:buChar char="•"/>
        <a:defRPr sz="2665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0" y="2201448"/>
            <a:ext cx="1219200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defTabSz="685800" hangingPunct="1">
              <a:lnSpc>
                <a:spcPct val="150000"/>
              </a:lnSpc>
            </a:pPr>
            <a:r>
              <a:rPr lang="zh-CN" altLang="en-US" sz="4000" b="1" kern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汇报模板标题</a:t>
            </a:r>
            <a:endParaRPr lang="zh-CN" sz="4000" b="1" kern="12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0" y="5872002"/>
            <a:ext cx="12192000" cy="920977"/>
            <a:chOff x="0" y="5866348"/>
            <a:chExt cx="12192000" cy="920977"/>
          </a:xfrm>
        </p:grpSpPr>
        <p:pic>
          <p:nvPicPr>
            <p:cNvPr id="11" name="图片 10" descr="模糊的照片上写着字&#10;&#10;描述已自动生成"/>
            <p:cNvPicPr>
              <a:picLocks noChangeAspect="1"/>
            </p:cNvPicPr>
            <p:nvPr/>
          </p:nvPicPr>
          <p:blipFill>
            <a:blip r:embed="rId1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372384" y="6368484"/>
              <a:ext cx="2820896" cy="418841"/>
            </a:xfrm>
            <a:prstGeom prst="rect">
              <a:avLst/>
            </a:prstGeom>
          </p:spPr>
        </p:pic>
        <p:cxnSp>
          <p:nvCxnSpPr>
            <p:cNvPr id="13" name="直接连接符 12"/>
            <p:cNvCxnSpPr/>
            <p:nvPr/>
          </p:nvCxnSpPr>
          <p:spPr>
            <a:xfrm>
              <a:off x="0" y="6237312"/>
              <a:ext cx="1219200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5"/>
            <p:cNvSpPr txBox="1">
              <a:spLocks noChangeArrowheads="1"/>
            </p:cNvSpPr>
            <p:nvPr/>
          </p:nvSpPr>
          <p:spPr bwMode="auto">
            <a:xfrm>
              <a:off x="5519936" y="5866348"/>
              <a:ext cx="720080" cy="52322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 defTabSz="914400" hangingPunct="1"/>
              <a:r>
                <a:rPr lang="en-US" altLang="zh-CN" sz="2800" b="1" kern="1200" dirty="0">
                  <a:solidFill>
                    <a:prstClr val="white">
                      <a:lumMod val="50000"/>
                    </a:prstClr>
                  </a:solidFill>
                  <a:latin typeface="Times New Roman" panose="02020603050405020304"/>
                  <a:cs typeface="+mn-ea"/>
                  <a:sym typeface="+mn-lt"/>
                </a:rPr>
                <a:t>.</a:t>
              </a:r>
              <a:endParaRPr lang="zh-CN" altLang="en-US" sz="2800" b="1" kern="1200" dirty="0">
                <a:solidFill>
                  <a:prstClr val="white">
                    <a:lumMod val="50000"/>
                  </a:prstClr>
                </a:solidFill>
                <a:latin typeface="Times New Roman" panose="02020603050405020304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5" y="908720"/>
            <a:ext cx="3431703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cs typeface="Calibri" panose="020F0502020204030204"/>
                <a:sym typeface="+mn-lt"/>
              </a:rPr>
              <a:t>目  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cs typeface="Calibri" panose="020F0502020204030204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46482" y="2156460"/>
            <a:ext cx="1643380" cy="1336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kumimoji="0" lang="zh-CN" altLang="en-US" sz="18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Helvetica"/>
              </a:rPr>
              <a:t>子标题</a:t>
            </a:r>
            <a:r>
              <a:rPr kumimoji="0" lang="en-US" altLang="zh-CN" sz="18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Helvetica"/>
              </a:rPr>
              <a:t>1……</a:t>
            </a:r>
            <a:endParaRPr lang="en-US" altLang="zh-CN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Helvetica"/>
            </a:endParaRPr>
          </a:p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Helvetica"/>
              </a:rPr>
              <a:t>子标题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Helvetica"/>
              </a:rPr>
              <a:t>2……</a:t>
            </a:r>
            <a:endParaRPr kumimoji="0" lang="en-US" altLang="zh-CN" sz="1800" b="1" i="0" u="none" strike="noStrike" cap="none" spc="0" normalizeH="0" baseline="0">
              <a:ln>
                <a:noFill/>
              </a:ln>
              <a:solidFill>
                <a:srgbClr val="C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Helvetica"/>
            </a:endParaRPr>
          </a:p>
          <a:p>
            <a:pPr marL="285750" marR="0" indent="-28575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Helvetica"/>
              </a:rPr>
              <a:t>子标题</a:t>
            </a:r>
            <a:r>
              <a:rPr kumimoji="0" lang="en-US" altLang="zh-CN" sz="18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Helvetica"/>
              </a:rPr>
              <a:t>3……</a:t>
            </a:r>
            <a:endParaRPr kumimoji="0" lang="en-US" altLang="zh-CN" sz="1800" b="1" i="0" u="none" strike="noStrike" cap="none" spc="0" normalizeH="0" baseline="0">
              <a:ln>
                <a:noFill/>
              </a:ln>
              <a:solidFill>
                <a:srgbClr val="C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Helvetic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5610" y="116840"/>
            <a:ext cx="4064000" cy="5168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p>
            <a:pPr algn="l" defTabSz="685800" hangingPunct="1">
              <a:lnSpc>
                <a:spcPct val="100000"/>
              </a:lnSpc>
            </a:pPr>
            <a:r>
              <a:rPr lang="zh-CN" altLang="en-US" sz="2000" b="1" kern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页面标题示例</a:t>
            </a:r>
            <a:r>
              <a:rPr lang="en-US" altLang="zh-CN" sz="2000" b="1" kern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……</a:t>
            </a:r>
            <a:endParaRPr lang="en-US" altLang="zh-CN" sz="2000" b="1" kern="12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072048" y="3105834"/>
            <a:ext cx="40479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谢谢，请领导指摘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!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9y8tz03s3gox4yJZ3E7B0w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THINKCELLSHAPEDONOTDELETE" val="t9y8tz03s3gox4yJZ3E7B0w"/>
</p:tagLst>
</file>

<file path=ppt/tags/tag5.xml><?xml version="1.0" encoding="utf-8"?>
<p:tagLst xmlns:p="http://schemas.openxmlformats.org/presentationml/2006/main">
  <p:tag name="THINKCELLSHAPEDONOTDELETE" val="thinkcellActiveDocDoNotDelete"/>
</p:tagLst>
</file>

<file path=ppt/tags/tag6.xml><?xml version="1.0" encoding="utf-8"?>
<p:tagLst xmlns:p="http://schemas.openxmlformats.org/presentationml/2006/main">
  <p:tag name="COMMONDATA" val="eyJoZGlkIjoiOGY3MjVhY2JlNzMwZjg4MDEzMGFkN2Q5NWFhMWE1YW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CG Grid 16:9">
  <a:themeElements>
    <a:clrScheme name="GAC Group">
      <a:dk1>
        <a:srgbClr val="000000"/>
      </a:dk1>
      <a:lt1>
        <a:sysClr val="window" lastClr="FFFFFF"/>
      </a:lt1>
      <a:dk2>
        <a:srgbClr val="BE1C3D"/>
      </a:dk2>
      <a:lt2>
        <a:srgbClr val="F2F2F2"/>
      </a:lt2>
      <a:accent1>
        <a:srgbClr val="5E0E1F"/>
      </a:accent1>
      <a:accent2>
        <a:srgbClr val="8F152F"/>
      </a:accent2>
      <a:accent3>
        <a:srgbClr val="F1BE48"/>
      </a:accent3>
      <a:accent4>
        <a:srgbClr val="E23A5E"/>
      </a:accent4>
      <a:accent5>
        <a:srgbClr val="53575A"/>
      </a:accent5>
      <a:accent6>
        <a:srgbClr val="255288"/>
      </a:accent6>
      <a:hlink>
        <a:srgbClr val="606DAC"/>
      </a:hlink>
      <a:folHlink>
        <a:srgbClr val="606DAC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 cap="rnd" cmpd="sng" algn="ctr">
          <a:noFill/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kumimoji="1" sz="1200" dirty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accent5"/>
          </a:solidFill>
          <a:prstDash val="sysDot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flat" cmpd="sng" algn="ctr">
          <a:solidFill>
            <a:schemeClr val="accent5"/>
          </a:solidFill>
          <a:prstDash val="solid"/>
          <a:round/>
          <a:headEnd type="none" w="med" len="med"/>
          <a:tailEnd type="none" w="med" len="med"/>
        </a:ln>
      </a:spPr>
      <a:bodyPr wrap="square" lIns="0" tIns="0" rIns="0" bIns="0" rtlCol="0" anchor="ctr">
        <a:noAutofit/>
      </a:bodyPr>
      <a:lstStyle>
        <a:defPPr algn="ctr">
          <a:lnSpc>
            <a:spcPct val="90000"/>
          </a:lnSpc>
          <a:spcAft>
            <a:spcPts val="600"/>
          </a:spcAft>
          <a:defRPr sz="1200" dirty="0"/>
        </a:defPPr>
      </a:lstStyle>
    </a:txDef>
  </a:objectDefaults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9525">
          <a:noFill/>
          <a:miter lim="800000"/>
        </a:ln>
      </a:spPr>
      <a:bodyPr wrap="square">
        <a:spAutoFit/>
      </a:bodyPr>
      <a:lstStyle>
        <a:defPPr algn="ctr" defTabSz="685800" hangingPunct="1">
          <a:lnSpc>
            <a:spcPct val="150000"/>
          </a:lnSpc>
          <a:defRPr lang="zh-CN" altLang="en-US" sz="4000" b="1" kern="1200" dirty="0">
            <a:solidFill>
              <a:srgbClr val="C00000"/>
            </a:solidFill>
            <a:latin typeface="微软雅黑" panose="020B0503020204020204" charset="-122"/>
            <a:ea typeface="微软雅黑" panose="020B0503020204020204" charset="-122"/>
            <a:cs typeface="+mn-ea"/>
            <a:sym typeface="+mn-lt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WPS 演示</Application>
  <PresentationFormat>宽屏</PresentationFormat>
  <Paragraphs>14</Paragraphs>
  <Slides>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宋体</vt:lpstr>
      <vt:lpstr>Wingdings</vt:lpstr>
      <vt:lpstr>Trebuchet MS</vt:lpstr>
      <vt:lpstr>Helvetica</vt:lpstr>
      <vt:lpstr>等线</vt:lpstr>
      <vt:lpstr>等线 Light</vt:lpstr>
      <vt:lpstr>Arial</vt:lpstr>
      <vt:lpstr>微软雅黑</vt:lpstr>
      <vt:lpstr>Times New Roman</vt:lpstr>
      <vt:lpstr>Calibri</vt:lpstr>
      <vt:lpstr>Trebuchet MS</vt:lpstr>
      <vt:lpstr>Arial Unicode MS</vt:lpstr>
      <vt:lpstr>Calibri</vt:lpstr>
      <vt:lpstr>Helvetica</vt:lpstr>
      <vt:lpstr>Wingdings</vt:lpstr>
      <vt:lpstr>WPS</vt:lpstr>
      <vt:lpstr>1_BCG Grid 16:9</vt:lpstr>
      <vt:lpstr>1_Office 主题​​</vt:lpstr>
      <vt:lpstr>TCLayout.ActiveDocument.1</vt:lpstr>
      <vt:lpstr>TCLayout.ActiveDocument.1</vt:lpstr>
      <vt:lpstr>TCLayout.ActiveDocument.1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李文珊</dc:creator>
  <cp:lastModifiedBy>Andy</cp:lastModifiedBy>
  <cp:revision>310</cp:revision>
  <dcterms:created xsi:type="dcterms:W3CDTF">2023-08-09T12:44:00Z</dcterms:created>
  <dcterms:modified xsi:type="dcterms:W3CDTF">2024-11-28T06:00:45Z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2052-12.1.0.18912</vt:lpwstr>
  </property>
</Properties>
</file>